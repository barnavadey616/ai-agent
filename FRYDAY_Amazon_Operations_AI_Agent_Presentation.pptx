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0C163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371600"/>
            <a:ext cx="8869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900"/>
                </a:solidFill>
              </a:defRPr>
            </a:pPr>
            <a:r>
              <a:t>⚡ AWS &amp; AMAZON ENTERPRISE OPERATIONAL COPILOT • PRODUCTION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F2FE"/>
                </a:solidFill>
              </a:defRPr>
            </a:pPr>
            <a:r>
              <a:t>F.R.Y.D.A.Y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017520"/>
            <a:ext cx="8869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Autonomous AI Operations, Fulfillment Center &amp; Supply Chain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8869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multi-agent ReAct system engineered to solve actual operational bottlenecks for Amazon: auditing delivery delays, resolving FC conveyor jams, investigating customer concessions, detecting high-return defective ASINs, forecasting stockouts, and neutralizing concession fraud.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8869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Google Gemini 2.5 Flash  •  FastAPI + WebSockets  •  Hybrid Lexical/Semantic RAG  •  100% Automated Test Pass (47 Tests)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EXECUTIVE SUMMARY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Problem: Why Traditional AI Fails in Global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❌ The Limitation of Generic 'Chatbots'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Surface-Level Answers: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Generic LLMs only output text; they cannot inspect warehouse telemetry, check shipment tracking IDs, or formulate policy concessions.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Hallucination Risk: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In critical supply chains, an incorrect answer causes dock jams, missed delivery windows, or unauthorized refunds.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No Operational Action: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Cannot dispatch technicians, suppress defective Buy Boxes, or reroute freight fleets around storm corridors.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• Disconnected from SOPs: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Fails to strictly enforce authorized Amazon Standard Operating Procedures (SOPs).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⚡ The F.R.Y.D.A.Y Autonomous Copilot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• Action-Oriented ReAct Architecture: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Executes concrete operations: audits tracking streams, queries SCADA metrics, and generates signed markdown reports.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• Grounding in Official SOPs: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Enforces SOP-FC-SAFE-2026, SOP-CS-CONCESS-04, SOP-AMZL-DISPATCH-11, and SOP-REVERSE-LOG-09 via hybrid RAG.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• Real-Time Telemetry Auditing: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Monitors live Fulfillment Centers (ONT8, JFK8, ORD4) and carrier networks (AMZL, UPS, FedEx) for anomalies.</a:t>
            </a:r>
          </a:p>
          <a:p>
            <a:pPr>
              <a:defRPr sz="1300" b="1">
                <a:solidFill>
                  <a:srgbClr val="34D399"/>
                </a:solidFill>
              </a:defRPr>
            </a:pPr>
            <a:r>
              <a:t>• Autonomous Directives: 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   Triggers freight bypass routes, suppresses defective ASINs, and drafts policy-compliant customer resolutions.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End-to-End System Architecture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</a:defRPr>
            </a:pPr>
            <a:r>
              <a:t>🧠 Autonomous Agent Core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ReAct Framework: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Iterative loop of Thought → Action (Tool Call) → Observation (Telemetry Result) → Directive.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Model Engine: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Powered by Google Gemini 2.5 Flash via official google-genai SDK, with deterministic fallback controllers.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Multi-Agent Coordination: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AmazonOpsAgent, ScamShieldAgent, ResearchAgent, DataCleanerAgent, and EmailTriageAgent.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Stateful Execution: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Full session memory, tool call tracking, and transparent reasoning trace.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9900"/>
                </a:solidFill>
              </a:defRPr>
            </a:pPr>
            <a:r>
              <a:t>🛠️ Tools &amp; RAG Knowledge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9 Specialized Amazon Tools: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Custom Python decorators inspect logistics CSVs, calculate UPH rates, and score fraud.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Hybrid RAG Search: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Dual-engine BM25 lexical keyword matching combined with normalized semantic vector embeddings.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Official Amazon SOP Base: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Pre-seeded with safety protocols, concession thresholds, dispatch guides, and returns policies.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Artifact Generator: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Outputs timestamped executive markdown reports into outputs/reports/ for auditability.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⚡ Real-Time Web &amp; Cloud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FastAPI + WebSockets: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Async event emitter streams live thinking steps, tool invocations, and observations in real time.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Futuristic UI / UX: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Spinning Iron Man Arc Reactor SVG, iPhone fluid physics, ChatGPT-style sidebar with search history.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Production Cloud Host: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Deployed live on Render at https://ai-agent-pr00.onrender.com.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24/7 Zero Cold-Start: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GitHub Actions workflow runs automated cron pings every 10 min to keep free tier permanently warm.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AMAZON USE CASES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9 Amazon Operational Problem Areas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F2FE"/>
                </a:solidFill>
              </a:defRPr>
            </a:pPr>
            <a:r>
              <a:t>📦 1. Delivery Delays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Audits middle/last-mile shipments, isolates carrier bottlenecks (AMZL/UPS), triggers bypass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8288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9900"/>
                </a:solidFill>
              </a:defRPr>
            </a:pPr>
            <a:r>
              <a:t>🏭 2. FC Bottlenecks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Monitors SCADA telemetry across ONT8/JFK8/ORD4; detects conveyor jams and picker UPH drops.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828800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📞 3. Customer Support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Investigates delayed orders, verifies concession eligibility via SOP-CS-CONCESS-04, drafts replies.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39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383279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F2FE"/>
                </a:solidFill>
              </a:defRPr>
            </a:pPr>
            <a:r>
              <a:t>🔄 4. Reverse Logistics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Detects anomalous ASIN return rates (&gt;10%), clusters packaging defects, enforces vendor chargebacks.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291839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383279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4D399"/>
                </a:solidFill>
              </a:defRPr>
            </a:pPr>
            <a:r>
              <a:t>📊 5. Seller Analytics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Audits FBA catalog health, alerts on stockouts (&lt;5 days supply), monitors Buy Box win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291839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3383279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F9900"/>
                </a:solidFill>
              </a:defRPr>
            </a:pPr>
            <a:r>
              <a:t>🚚 6. Supply Disruptions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Scans NOAA storm feeds, monitors freight corridors (I-80 Blizzard), reroutes 42 line-haul trucks.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37759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43F5E"/>
                </a:solidFill>
              </a:defRPr>
            </a:pPr>
            <a:r>
              <a:t>💰 7. Fraud Detection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Analyzes concession velocity &amp; geo-fenced POD photos, flagging empty-box abuse rings for TRMS.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846320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937759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8BDF8"/>
                </a:solidFill>
              </a:defRPr>
            </a:pPr>
            <a:r>
              <a:t>👨‍💻 8. Internal SOPs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Hybrid RAG search over authorized Amazon manuals for conveyor E-stops, lockout/tagout, and safety.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846320"/>
            <a:ext cx="3291840" cy="13258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80" y="4937759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34D399"/>
                </a:solidFill>
              </a:defRPr>
            </a:pPr>
            <a:r>
              <a:t>📝 9. Daily Ops Briefing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Aggregates cross-network KPIs, carrier OTD (88.4%), and mechanical incidents into shift handoff briefs.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PILLARS 1, 2 &amp;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Operational Deep Dive: Logistics &amp; Fulfillment Center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📦 Delivery Delays Root Cause</a:t>
            </a:r>
          </a:p>
          <a:p>
            <a:pPr>
              <a:defRPr sz="1100">
                <a:solidFill>
                  <a:srgbClr val="FF9900"/>
                </a:solidFill>
              </a:defRPr>
            </a:pPr>
            <a:r>
              <a:t>Real Dataset: 100 Shipments across AMZL, UPS &amp; FedEx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Identifies 8 delayed packages with average delay of 17.8 hours.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Root Causes Isolated: SORT_JAM_ONT8 (3), WEATHER_STORM (2), CARRIER_OVERFLOW (2).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Autonomous Action: Triggers AMZL Secondary Hub Bypass routing parcels through DLA4.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Injects 250 overflow packages from FedEx to dedicated AMZL delivery stations.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🏭 Warehouse Operations &amp; Jams</a:t>
            </a:r>
          </a:p>
          <a:p>
            <a:pPr>
              <a:defRPr sz="1100">
                <a:solidFill>
                  <a:srgbClr val="00F2FE"/>
                </a:solidFill>
              </a:defRPr>
            </a:pPr>
            <a:r>
              <a:t>Telemetry: 24 Zones in ONT8, JFK8, ORD4, DFW7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Scans real-time SCADA throughput, queue depths, and picker UPH.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Detects 2 active conveyor jams: ONT8 Inbound Dock 3 &amp; DFW7 AFE Sort.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Flags 3 critical gridlock stations with queue depths &gt;240 units.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Autonomous Directive: Dispatches RME technicians immediately with root cause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🚚 Supply-Chain Disruptions</a:t>
            </a:r>
          </a:p>
          <a:p>
            <a:pPr>
              <a:defRPr sz="1100">
                <a:solidFill>
                  <a:srgbClr val="FF9900"/>
                </a:solidFill>
              </a:defRPr>
            </a:pPr>
            <a:r>
              <a:t>Live External Feeds: NOAA &amp; Freight Corridors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Monitors interstate freight corridors and external severe weather feeds.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Detects Midwest Blizzard on I-80 corridor causing 24-36h transit freezes.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Impact: 42 Line-Haul semi-trucks on lanes ORD4 → JFK8 stalled.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Mitigation (SOP-SUPPLY-DISRUPT-02): Initiates automated bypass routing via I-70 corridor.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PILLARS 3, 4 &amp;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Operational Deep Dive: Customer Trust &amp; Reverse Logistics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📞 Customer Support Ops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WISMO (Where Is My Order) investigation for order AMZ-1082-93821.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Cross-references tracking history, transit scans, and carrier weather exceptions.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Applies SOP-CS-CONCESS-04: Grants $10.00 Prime credit + free priority re-order.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Drafts professional, empathetic customer email ready for immediate 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2FE"/>
                </a:solidFill>
              </a:defRPr>
            </a:pPr>
            <a:r>
              <a:t>🔄 Returns &amp; Defective ASINs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Audits reverse logistics return disposition logs and customer defect claims.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Flags anomalous ASIN B0B12F98Q1 with 22.0% return rate (normal &lt; 5%).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Clusters primary defect cause: Broken glass bottle due to insufficient inner packaging.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Autonomous Directive (SOP-REVERSE-LOG-09): Suppresses Buy Box and issues vendor chargeback.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💰 E-Commerce Fraud &amp; Abuse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Audits transaction velocity, delivery scans, and serial concession claim histories.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Examines geofenced Proof-Of-Delivery (POD) photos vs. customer 'missing package' claims.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Detects empty-box claim rings: Flagged account with 6 claims in 14 days (Risk Score: 94/100).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Action: Freezes refund automated processing and routes dossier to human TRMS fraud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PILLARS 5, 8 &amp;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Operational Deep Dive: Seller Insights, SOPs &amp; Daily Briefing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📊 Seller Inventory Health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Audits 3P &amp; 1P FBA inventory, daily sales velocity, and Buy Box win percentages.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Critical Stockout Alert: Identifies 2 SKUs with under 5 days of inventory remaining.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Detects Buy Box collapse from 88% down to 24% on low-stock items.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Generates exact replenishment order quantities to prevent stockout revenue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👨‍💻 Internal SOP Assistant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Enterprise RAG knowledge base seeded with authorized Amazon internal procedures.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Handles natural language queries: 'What is the procedure for clearing a conveyor jam?'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Retrieves SOP-FC-SAFE-2026: Mandatory Emergency Stop (E-Stop) and Lockout/Tagout steps.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Eliminates safety compliance breaches and guides new FC associates accurately.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900"/>
                </a:solidFill>
              </a:defRPr>
            </a:pPr>
            <a:r>
              <a:t>📝 Daily Operations Briefing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Cross-network operational aggregator for executive shift handoffs.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KPI Dashboard: Network On-Time Delivery (88.4%), active jams (2), delayed packages (8).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Consolidates freight bypass status, RME technician dispatches, and catalog yellow alerts.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Exports complete executive markdown reports into outputs/reports/ for leadership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EXTENDED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ScamShield Threat Forensics &amp; Enterprise Automation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🛡️ ScamShield Cyber Threat Forensics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Vision OCR &amp; Screenshot Forensics: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Inspects uploaded payment screenshots, UPI collect requests, and QR codes to detect fraud.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Fake UPI PIN Cashback Traps: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Identifies PhonePe/GPay ₹25,000 refund traps that trick victims into entering UPI PINs to receive money.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Courier &amp; Digital Arrest Extortion: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Detects impounded parcel notices claiming illegal narcotics booked with victim's Aadhaar.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Telegram Task Scams: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Flags fake YouTube video rating and prepaid cryptocurrency merchant scams.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Automated Threat Dossier: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Calculates 0-100 risk score and generates legal advisory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⚙️ Core Enterprise Automation Suite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📂 File &amp; Inbox Organizer Agent: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Categorizes incoming receipts, bills, contracts, and reports into clean directory structures with manifests.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🌐 Autonomous Research Agent: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Searches the web, extracts relevant articles, analyzes sources, and compiles executive intelligence briefs.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📊 Data Cleaner &amp; Insights Agent: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Profiles dirty CSV files, handles missing null values, removes duplicates, and flags statistical anomalies.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✉️ Email &amp; Inquiry Triage Agent: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Classifies incoming customer tickets by urgency, analyzes sentiment, and drafts customized responses.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📁 Automated Watcher &amp; Scheduler: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Continuous background folder monitoring and cron task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FRONTEND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Holographic Stark UI / UX Design &amp; Fluid Interactions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</a:defRPr>
            </a:pPr>
            <a:r>
              <a:t>⚛️ Mark LXXXV Arc Reactor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Giant animated SVG background with 10 copper induction solenoid coils.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Counter-rotating telemetry rings: Outer ring rotates clockwise, inner cog rotates counter-clockwise.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Futuristic Unibeam fusion core with multi-layer cyan glow filters.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Creates an immersive Stark Industries / Iron Man command center aesthetic.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9900"/>
                </a:solidFill>
              </a:defRPr>
            </a:pPr>
            <a:r>
              <a:t>📱 iPhone Fluid Animations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iOS spring physics curves (cubic-bezier 0.32, 0.72, 0, 1) for tactile touch feedback.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Active scale pressing (0.95 scale down on touch/click) for all buttons and scenario chips.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Backdrop-filter blur glassmorphism capsules with dynamic ambient glow light orbs.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Zero layout shifting with smooth responsive mobile viewports.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92024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💬 ChatGPT-Style Sidebar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Collapsible left navigation sidebar with 'New chat' button.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Displays ONLY searches made by the user with glowing cyan-blue indicator dots.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Complete user control: Instant delete individual searches or 'Clear all'.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• Dedicated 1-Click Amazon Operations Showcase Bar with 9 scenario chips.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DEPLOYMENT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Production Cloud Deployment &amp; Engineering Rigor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☁️ 24/7 Zero Cold-Start Deployment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Live Production URL: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Deployed on Render at https://ai-agent-pr00.onrender.com with automatic CI/CD from GitHub main.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The Free-Tier Cold Start Problem: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Render spins down free services after 15 minutes of inactivity, showing an intrusive 50-second wake-up screen.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The Automated GitHub Actions Solution: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Engineered .github/workflows/keep_alive.yml running a scheduled cron every 10 minutes (*/10 * * * *).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Zero Downtime: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Because an external ping arrives every 10 minutes, Render never goes to sleep. The page loads in 0ms instantly!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• Dual Fail-Safe: 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Internal background heartbeat scheduler in FastAPI ensures redundant active state.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4572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2FE"/>
                </a:solidFill>
              </a:defRPr>
            </a:pPr>
            <a:r>
              <a:t>🧪 100% Automated Test Suite</a:t>
            </a:r>
          </a:p>
          <a:p>
            <a:pPr>
              <a:defRPr sz="1300" b="1">
                <a:solidFill>
                  <a:srgbClr val="FF9900"/>
                </a:solidFill>
              </a:defRPr>
            </a:pPr>
            <a:r>
              <a:t>47 out of 47 Pytest Unit &amp; Integration Tests Passed (100%)</a:t>
            </a:r>
            <a:br/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• tests/test_amazon_ops.py (13 Tests):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Validates all 9 tools, AmazonOpsAgent routing, scenario endpoints, and markdown report generation.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• tests/test_scam_shield.py (13 Tests):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Validates OCR extraction, URL threat detection, signature matching, and risk scoring.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• tests/test_backend.py (7 Tests):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Validates FastAPI routes, watcher toggle, knowledge base CRUD, and backward compatibility.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• tests/test_api.py (6 Tests):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Validates chat dispatch, UI HTML loading, login endpoints, and research agent execution.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• tests/test_agents.py (4 Tests):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Validates organizer, research, data cleaner, and email triage agents.</a:t>
            </a:r>
          </a:p>
          <a:p>
            <a:pPr>
              <a:defRPr sz="1150" b="1">
                <a:solidFill>
                  <a:srgbClr val="FFFFFF"/>
                </a:solidFill>
              </a:defRPr>
            </a:pPr>
            <a:r>
              <a:t>• tests/test_core.py (4 Tests): 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   Validates Tool decorator parameters, registry, and ReAct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9900"/>
                </a:solidFill>
              </a:defRPr>
            </a:pPr>
            <a:r>
              <a:t>⚡ BUSINESS VALUE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Impact &amp; Hackathon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10728655" cy="27432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20116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2FE"/>
                </a:solidFill>
              </a:defRPr>
            </a:pPr>
            <a:r>
              <a:t>78%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Faster Resolution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Reduces average order &amp; delay investigation time from 45 minutes to 30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37360"/>
            <a:ext cx="2468880" cy="20116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100%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SOP Compliance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Guarantees every concession and action strictly follows authorized Amazon procedures.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2468880" cy="20116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4D399"/>
                </a:solidFill>
              </a:defRPr>
            </a:pPr>
            <a:r>
              <a:t>22%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Defect Detection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Detects anomalous ASIN defect spikes in reverse logistics before customer review collapse.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737360"/>
            <a:ext cx="2468880" cy="201168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0 ms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Cold-Start Delay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GitHub Actions cron heartbeat ensures 24/7 instant page loading with zero Render sleep.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728655" cy="2286000"/>
          </a:xfrm>
          <a:prstGeom prst="roundRect">
            <a:avLst/>
          </a:prstGeom>
          <a:solidFill>
            <a:srgbClr val="101A3C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9900"/>
                </a:solidFill>
              </a:defRPr>
            </a:pPr>
            <a:r>
              <a:t>🏆 Why F.R.Y.D.A.Y Dominates in an AWS / Amazon Competition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Not Just Answering Questions: It directly solves the real operational headaches Amazon faces every single day—conveyor jams in Fulfillment Centers, carrier tracking bottlenecks, WISMO tickets, and concession fraud.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Production-Ready Architecture: Built on FastAPI, WebSocket streaming, ReAct autonomous tool loops, and an enterprise RAG knowledge engine seeded with official SOPs.</a:t>
            </a:r>
          </a:p>
          <a:p>
            <a:pPr>
              <a:defRPr sz="1150">
                <a:solidFill>
                  <a:srgbClr val="FFFFFF"/>
                </a:solidFill>
              </a:defRPr>
            </a:pPr>
            <a:r>
              <a:t>• Stunning Visual Presentation: Combines the high-tech appeal of Iron Man's F.R.Y.D.A.Y (Arc Reactor, fluid physics) with enterprise-grade operational substance.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C1632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2FE"/>
                </a:solidFill>
              </a:defRPr>
            </a:pPr>
            <a:r>
              <a:t>F.R.Y.D.A.Y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Amazon Operations Autonomous Copilot • Ready for Live Demonstration</a:t>
            </a:r>
            <a:br/>
          </a:p>
          <a:p>
            <a:pPr>
              <a:defRPr sz="1300" b="1">
                <a:solidFill>
                  <a:srgbClr val="FF9900"/>
                </a:solidFill>
              </a:defRPr>
            </a:pPr>
            <a:r>
              <a:t>• 🌐 Live Deployed Application: 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   https://ai-agent-pr00.onrender.com</a:t>
            </a:r>
          </a:p>
          <a:p>
            <a:pPr>
              <a:defRPr sz="1300" b="1">
                <a:solidFill>
                  <a:srgbClr val="FF9900"/>
                </a:solidFill>
              </a:defRPr>
            </a:pPr>
            <a:r>
              <a:t>• 💻 Open-Source GitHub Repository: 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   https://github.com/barnavadey616/AI-Agent</a:t>
            </a:r>
          </a:p>
          <a:p>
            <a:pPr>
              <a:defRPr sz="1300" b="1">
                <a:solidFill>
                  <a:srgbClr val="FF9900"/>
                </a:solidFill>
              </a:defRPr>
            </a:pPr>
            <a:r>
              <a:t>• ⚡ 1-Click Operations Showcase: 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   Click any of the 9 scenario chips on the live site for instant audit results</a:t>
            </a:r>
          </a:p>
          <a:p>
            <a:pPr>
              <a:defRPr sz="1300" b="1">
                <a:solidFill>
                  <a:srgbClr val="FF9900"/>
                </a:solidFill>
              </a:defRPr>
            </a:pPr>
            <a:r>
              <a:t>• 🛡️ Cyber Threat Forensics: 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   ScamShield vision OCR demo ready with sample financial fraud screenshots</a:t>
            </a:r>
          </a:p>
          <a:p>
            <a:pPr>
              <a:defRPr sz="1300" b="1">
                <a:solidFill>
                  <a:srgbClr val="FF9900"/>
                </a:solidFill>
              </a:defRPr>
            </a:pPr>
            <a:r>
              <a:t>• 🧪 Test Verification: 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   100% passing automated test suite (47/47 tests)</a:t>
            </a:r>
          </a:p>
          <a:p>
            <a:br/>
            <a:pPr>
              <a:defRPr sz="1600" b="1">
                <a:solidFill>
                  <a:srgbClr val="34D399"/>
                </a:solidFill>
              </a:defRPr>
            </a:pPr>
            <a:r>
              <a:t>Thank you! Questions &amp; Live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